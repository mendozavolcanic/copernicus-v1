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gif"/><Relationship Id="rId3" Type="http://schemas.openxmlformats.org/officeDocument/2006/relationships/image" Target="../media/image3.gif"/><Relationship Id="rId4" Type="http://schemas.openxmlformats.org/officeDocument/2006/relationships/image" Target="../media/image4.gif"/><Relationship Id="rId5" Type="http://schemas.openxmlformats.org/officeDocument/2006/relationships/image" Target="../media/image5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Sentinel</a:t>
            </a:r>
            <a:r>
              <a:rPr lang="es-CL" dirty="0"/>
              <a:t> - Cambios Morfológicos y anomalías térmicas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813DA54-722E-89B0-50DC-3148A33D02CD}"/>
              </a:ext>
            </a:extLst>
          </p:cNvPr>
          <p:cNvSpPr txBox="1"/>
          <p:nvPr/>
        </p:nvSpPr>
        <p:spPr>
          <a:xfrm>
            <a:off x="359942" y="763398"/>
            <a:ext cx="5150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Imagenes Sentinel 2 L2A color verdadero, Time Lapse 05 enero → 14 febrero 2026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9BA0C7-3D30-1F4D-532E-9664D507B0EF}"/>
              </a:ext>
            </a:extLst>
          </p:cNvPr>
          <p:cNvSpPr txBox="1"/>
          <p:nvPr/>
        </p:nvSpPr>
        <p:spPr>
          <a:xfrm>
            <a:off x="6283361" y="700303"/>
            <a:ext cx="4894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/>
              <a:t>Imagenes Sentinel 2 L2A Falso color, Time Lapse 05 enero → 14 febrero 2026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F9F38A-97D2-79DE-81DB-C51ED888393B}"/>
              </a:ext>
            </a:extLst>
          </p:cNvPr>
          <p:cNvSpPr txBox="1"/>
          <p:nvPr/>
        </p:nvSpPr>
        <p:spPr>
          <a:xfrm>
            <a:off x="555519" y="6286906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dirty="0"/>
              <a:t>No se registran cambios morfológicos ni anomalías térmicas desde imágenes </a:t>
            </a:r>
            <a:r>
              <a:rPr lang="es-MX" sz="1400" b="1" dirty="0" err="1"/>
              <a:t>Sentinel</a:t>
            </a:r>
            <a:r>
              <a:rPr lang="es-MX" sz="1400" b="1" dirty="0"/>
              <a:t> 2 L2A.</a:t>
            </a:r>
          </a:p>
          <a:p>
            <a:pPr algn="ctr"/>
            <a:r>
              <a:rPr sz="1400" b="1"/>
              <a:t>No se registran datos asociados a actividad superficial en volcán Taapaca durante el mes de febrero 2026</a:t>
            </a:r>
            <a:endParaRPr lang="es-CL" sz="1400" b="1" dirty="0"/>
          </a:p>
        </p:txBody>
      </p:sp>
      <p:pic>
        <p:nvPicPr>
          <p:cNvPr id="9" name="Picture 8" descr="Taapaca_RGB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  <p:pic>
        <p:nvPicPr>
          <p:cNvPr id="10" name="Picture 9" descr="Taapaca_Thermal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68</Words>
  <Application>Microsoft Office PowerPoint</Application>
  <PresentationFormat>Panorámica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4</cp:revision>
  <dcterms:created xsi:type="dcterms:W3CDTF">2026-02-01T05:23:51Z</dcterms:created>
  <dcterms:modified xsi:type="dcterms:W3CDTF">2026-02-09T02:07:16Z</dcterms:modified>
</cp:coreProperties>
</file>