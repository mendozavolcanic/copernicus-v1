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</a:t>
            </a:r>
            <a:r>
              <a:rPr lang="es-MX" sz="1200"/>
              <a:t>color verdadero, </a:t>
            </a:r>
            <a:r>
              <a:rPr lang="es-MX" sz="1200" dirty="0"/>
              <a:t>Time Lapse 02 diciembre – 30 diciembre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Falso color, Time Lapse 02 diciembre – 30 diciembre 2025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lang="es-MX" sz="1400" b="1" dirty="0"/>
              <a:t>No se registran datos asociados a actividad superficial en volcán </a:t>
            </a:r>
            <a:r>
              <a:rPr lang="es-MX" sz="1400" b="1" dirty="0" err="1"/>
              <a:t>Taapaca</a:t>
            </a:r>
            <a:r>
              <a:rPr lang="es-MX" sz="1400" b="1" dirty="0"/>
              <a:t> durante el mes de enero 2026</a:t>
            </a:r>
            <a:endParaRPr lang="es-CL" sz="1400" b="1" dirty="0"/>
          </a:p>
        </p:txBody>
      </p:sp>
      <p:pic>
        <p:nvPicPr>
          <p:cNvPr id="9" name="Picture 8" descr="Taapaca_RGB_2026-01-05_2026-02-04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Taapaca_ThermalFalseColor_2026-01-05_2026-02-04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