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color verdadero, Time Lapse 05 marzo → 30 marzo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Falso color, Time Lapse 05 marzo → 30 marzo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sz="1400" b="1"/>
              <a:t>No se registran datos asociados a actividad superficial en volcán Carran - Los Venados durante el mes de marzo 2026</a:t>
            </a:r>
            <a:endParaRPr lang="es-CL" sz="1400" b="1" dirty="0"/>
          </a:p>
        </p:txBody>
      </p:sp>
      <p:pic>
        <p:nvPicPr>
          <p:cNvPr id="9" name="Picture 8" descr="Carran - Los Venados_RG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Carran - Los Venados_Thermal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