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Llaima durante el mes de marzo 2026</a:t>
            </a:r>
            <a:endParaRPr lang="es-CL" sz="1400" b="1" dirty="0"/>
          </a:p>
        </p:txBody>
      </p:sp>
      <p:pic>
        <p:nvPicPr>
          <p:cNvPr id="9" name="Picture 8" descr="Llaim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Llaim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