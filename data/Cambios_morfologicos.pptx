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Cambios Morfológicos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0B09AA-1BF2-EC5B-EB7F-18C339192B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DE11746-126B-A0C1-7C95-74F3FC1F7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1C5A7FC5-842A-6470-95D5-754306E8A794}"/>
              </a:ext>
            </a:extLst>
          </p:cNvPr>
          <p:cNvSpPr txBox="1">
            <a:spLocks/>
          </p:cNvSpPr>
          <p:nvPr/>
        </p:nvSpPr>
        <p:spPr>
          <a:xfrm>
            <a:off x="831850" y="6368407"/>
            <a:ext cx="10588211" cy="799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3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0C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748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3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79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4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09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5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0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5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100" b="1" dirty="0"/>
              <a:t>No se registran cambios morfológicos ni anomalías térmicas desde imágenes </a:t>
            </a:r>
            <a:r>
              <a:rPr lang="es-MX" sz="1100" b="1" dirty="0" err="1"/>
              <a:t>Sentinel</a:t>
            </a:r>
            <a:r>
              <a:rPr lang="es-MX" sz="1100" b="1" dirty="0"/>
              <a:t> 2 L2A.</a:t>
            </a:r>
          </a:p>
          <a:p>
            <a:pPr algn="ctr"/>
            <a:r>
              <a:rPr lang="es-MX" sz="1100" b="1" dirty="0"/>
              <a:t>No se registran datos asociados a actividad superficial en volcán </a:t>
            </a:r>
            <a:r>
              <a:rPr lang="es-MX" sz="1100" b="1" dirty="0" err="1"/>
              <a:t>Tupungatito</a:t>
            </a:r>
            <a:r>
              <a:rPr lang="es-MX" sz="1100" b="1" dirty="0"/>
              <a:t> durante el mes de diciembre 2025</a:t>
            </a:r>
            <a:endParaRPr lang="es-CL" sz="1100" b="1" dirty="0"/>
          </a:p>
          <a:p>
            <a:pPr algn="ctr"/>
            <a:r>
              <a:rPr lang="es-MX" sz="1100" b="1" dirty="0"/>
              <a:t> </a:t>
            </a:r>
            <a:endParaRPr lang="es-CL" sz="11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</a:t>
            </a:r>
            <a:r>
              <a:rPr lang="es-MX" sz="1200"/>
              <a:t>color verdadero, </a:t>
            </a:r>
            <a:r>
              <a:rPr lang="es-MX" sz="1200" dirty="0"/>
              <a:t>Time Lapse 02 diciembre – 30 diciembre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Falso color, Time Lapse 02 diciembre – 30 diciembre 2025</a:t>
            </a:r>
          </a:p>
        </p:txBody>
      </p:sp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64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2</cp:revision>
  <dcterms:created xsi:type="dcterms:W3CDTF">2026-02-01T05:23:51Z</dcterms:created>
  <dcterms:modified xsi:type="dcterms:W3CDTF">2026-02-01T17:47:56Z</dcterms:modified>
</cp:coreProperties>
</file>